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DEPORTIVO A CORUÑA SQUAD DEMOGRAPHIC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PLAYERS: 31</a:t>
            </a:r>
            <a:br/>
            <a:r>
              <a:t>AVG AGE: 25,2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  <a:gridCol w="1783080"/>
                <a:gridCol w="2679192"/>
                <a:gridCol w="1188720"/>
                <a:gridCol w="1207008"/>
                <a:gridCol w="822960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BANDA DE EDAD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PORTEROS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CENTRALES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LATERALES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MEDIOCENTROS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INT/EXTREMOS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DELANTEROS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Germán Parreño - 33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>
                          <a:solidFill>
                            <a:srgbClr val="5050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Ximo Navarro - 36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Diego Villares - 30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José Ángel Jurado - 34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>
                          <a:solidFill>
                            <a:srgbClr val="5050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Pierre-Emerick Aubameyang - 37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26-29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Leo Román - 26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Álvaro Ferllo - 28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Arnau Comas - 26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Giacomo Quagliata - 26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Miguel Loureiro - 29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Angeliño - 29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Riki Rodríguez - 28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>
                          <a:solidFill>
                            <a:srgbClr val="5050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Zakaria Eddahchouri - 26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22-25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Eric Puerto - 23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Dani Barcia - 23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Adrià Altimira - 25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Lorenzo Amatucci - 22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Charlie Patiño - 22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Jairo Noriega - 22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Mario Soriano - 24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Yeremay Hernández - 23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Luismi Cruz - 25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>
                          <a:solidFill>
                            <a:srgbClr val="5050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18-21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>
                          <a:solidFill>
                            <a:srgbClr val="50505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Lucas Noubi - 21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Bright Ede - 19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Xabi Campos - 20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Noé Carrillo - 19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Teun Gijselhart - 21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Jonathan Asp Jensen - 20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David Mella - 21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Bil Nsongo - 21</a:t>
                      </a:r>
                    </a:p>
                    <a:p>
                      <a:pPr>
                        <a:defRPr sz="850">
                          <a:solidFill>
                            <a:srgbClr val="002060"/>
                          </a:solidFill>
                        </a:defRPr>
                      </a:pPr>
                      <a:r>
                        <a:t>Kevin Sánchez - 21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TOTALS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206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MEDIA EDAD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27,5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22,2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27,5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24,2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23,2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2060"/>
                          </a:solidFill>
                        </a:defRPr>
                      </a:pPr>
                      <a:r>
                        <a:t>26,2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25,2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DEPORTIVO A CORUÑA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NUMERO DE JUGADORES: 31 JUGADORES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066543" y="1234440"/>
            <a:ext cx="80467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0904" y="3634740"/>
            <a:ext cx="685800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24604" y="4393692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Germán Parreño - 33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5016" y="5326380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Leo Román - 26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4671" y="5326380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Álvaro Ferllo - 28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7924" y="5326380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Eric Puerto - 23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513" y="4680813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Arnau Comas - 26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5056" y="4974793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Dani Barcia - 23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0059" y="4651324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Lucas Noubi - 21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6890" y="4934788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Bright Ede - 19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6154" y="4270248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Ximo Navarro - 36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57753" y="4113835"/>
            <a:ext cx="996696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Giacomo Quagliata - 26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5163" y="4558284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Miguel Loureiro - 29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3315" y="4846320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Adrià Altimira - 25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0171" y="3575103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Diego Villares - 30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1556" y="4134925"/>
            <a:ext cx="996696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José Ángel Jurado - 34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5774" y="3291639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Riki Rodríguez - 28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3286" y="3855056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Lorenzo Amatucci - 22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9844" y="2926080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Charlie Patiño - 22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4895" y="2157984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Mario Soriano - 24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9844" y="3240722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Jairo Noriega - 22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6401" y="3532973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Noé Carrillo - 19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3913" y="3252511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Teun Gijselhart - 21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94652" y="3816437"/>
            <a:ext cx="1069848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Jonathan Asp Jensen - 20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07231" y="2731648"/>
            <a:ext cx="996696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Yeremay Hernández - 23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0102" y="2264082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Luismi Cruz - 25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2633" y="2734056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David Mella - 21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7112" y="3011686"/>
            <a:ext cx="128016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Pierre-Emerick Aubameyang - 37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66944" y="2060143"/>
            <a:ext cx="1069848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Zakaria Eddahchouri - 26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3307" y="1700769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Bil Nsongo - 21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66636" y="1984233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Kevin Sánchez - 21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84524" y="4677156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Xabi Campos - 20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03066" y="4957012"/>
            <a:ext cx="960120" cy="265176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850">
                <a:solidFill>
                  <a:srgbClr val="002060"/>
                </a:solidFill>
              </a:defRPr>
            </a:pPr>
            <a:r>
              <a:t>Angeliño - 29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COMPOSTELA v DEPORTIVO (WIN 0-4)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NUMBER OF SUBSTITUTIONS: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286000" y="1234440"/>
            <a:ext cx="71323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1780" y="3634740"/>
            <a:ext cx="608076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26380" y="531266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Leo Román (45’)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240779" y="535838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80813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Bright Ede (45’)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95213" y="439826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71946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Arnau Comas (45’)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886346" y="439826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185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Xabi Campos (45’)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66259" y="391820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0089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Ximo Navarro (45’)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2876" y="339242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Teun Gijselhart (45’)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637275" y="343814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11596" y="3392424"/>
            <a:ext cx="1088136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Lorenzo Amatucci (45’)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862571" y="343814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26380" y="276880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Mario Soriano (45’)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240779" y="281452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06063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Luismi Cruz (45’)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6696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Adrià Altimira (45’)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6380" y="1856231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Bil Nsongo (45’)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240779" y="1901951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1234440"/>
            <a:ext cx="2103120" cy="4800600"/>
          </a:xfrm>
          <a:prstGeom prst="roundRect">
            <a:avLst/>
          </a:prstGeom>
          <a:solidFill>
            <a:srgbClr val="FCE5CD"/>
          </a:solidFill>
          <a:ln>
            <a:solidFill>
              <a:srgbClr val="E2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Substitutes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Álvaro Ferllo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Riki Rodríguez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Jonathan Asp Jensen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Dani Barcia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Giacomo Quagliata (45’)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Noé Carrillo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Zakaria Eddahchouri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Diego Villares (45’)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Adrián Guerrero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Samu Fernández (45’)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José Ángel Jurado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Kevin Sánchez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Germán Parreño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Eric Puerto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23444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Substitutions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1. Min 45’:</a:t>
            </a:r>
            <a:br/>
            <a:r>
              <a:t>   Álvaro Ferllo</a:t>
            </a:r>
            <a:br/>
            <a:r>
              <a:t>   (sale Leo Román)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2. Min 45’:</a:t>
            </a:r>
            <a:br/>
            <a:r>
              <a:t>   Dani Barcia</a:t>
            </a:r>
            <a:br/>
            <a:r>
              <a:t>   (sale Bright Ede)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3. Min 45’:</a:t>
            </a:r>
            <a:br/>
            <a:r>
              <a:t>   Samu Fernández</a:t>
            </a:r>
            <a:br/>
            <a:r>
              <a:t>   (sale Arnau Comas)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4. Min 45’:</a:t>
            </a:r>
            <a:br/>
            <a:r>
              <a:t>   Giacomo Quagliata</a:t>
            </a:r>
            <a:br/>
            <a:r>
              <a:t>   (sale Xabi Campos)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5. Min 45’:</a:t>
            </a:r>
            <a:br/>
            <a:r>
              <a:t>   Diego Villares</a:t>
            </a:r>
            <a:br/>
            <a:r>
              <a:t>   (sale Teun Gijselhart)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6. Min 45’:</a:t>
            </a:r>
            <a:br/>
            <a:r>
              <a:t>   Riki Rodríguez</a:t>
            </a:r>
            <a:br/>
            <a:r>
              <a:t>   (sale Lorenzo Amatucci)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7. Min 45’:</a:t>
            </a:r>
            <a:br/>
            <a:r>
              <a:t>   Jonathan Asp Jensen</a:t>
            </a:r>
            <a:br/>
            <a:r>
              <a:t>   (sale Mario Soriano)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8. Min 45’:</a:t>
            </a:r>
            <a:br/>
            <a:r>
              <a:t>   Zakaria Eddahchouri</a:t>
            </a:r>
            <a:br/>
            <a:r>
              <a:t>   (sale Bil Nsongo)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OVIEDO v DEPORTIVO (DRAW 0-0)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NUMBER OF SUBSTITUTIONS: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286000" y="1234440"/>
            <a:ext cx="71323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1780" y="3634740"/>
            <a:ext cx="608076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26380" y="531266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Germán Parreño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813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Dani Barcia (76’)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1946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Lucas Noubi (63’)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5283" y="3872483"/>
            <a:ext cx="1124712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Giacomo Quagliata (76’)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89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Ximo Navarro (63’)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2876" y="339242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Mario Soriano (63’)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1596" y="3392424"/>
            <a:ext cx="1088136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Lorenzo Amatucci (63’)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2075" y="2816352"/>
            <a:ext cx="1207008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Jonathan Asp Jensen (63’)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960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Adrià Altimira (27’)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687360" y="2862072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1952243"/>
            <a:ext cx="1444752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Pierre-Emerick Aubameyang (63’)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88152" y="199796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75604" y="195224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Bil Nsongo (45’)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890004" y="199796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1234440"/>
            <a:ext cx="2103120" cy="4800600"/>
          </a:xfrm>
          <a:prstGeom prst="roundRect">
            <a:avLst/>
          </a:prstGeom>
          <a:solidFill>
            <a:srgbClr val="FCE5CD"/>
          </a:solidFill>
          <a:ln>
            <a:solidFill>
              <a:srgbClr val="E2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Substitutes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Luismi Cruz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Arnau Comas (27’)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Diego Villares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Riki Rodríguez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Zakaria Eddahchouri (63’)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Kevin Sánchez (45’)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Samu Fernández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Teun Gijselhart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Quique Teijo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Xabi Campos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Álvaro Ferllo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Leo Román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Adrián Guerrero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23444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Substitutions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1. Min 27’:</a:t>
            </a:r>
            <a:br/>
            <a:r>
              <a:t>   Arnau Comas</a:t>
            </a:r>
            <a:br/>
            <a:r>
              <a:t>   (sale Adrià Altimira)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2. Min 45’:</a:t>
            </a:r>
            <a:br/>
            <a:r>
              <a:t>   Kevin Sánchez</a:t>
            </a:r>
            <a:br/>
            <a:r>
              <a:t>   (sale Bil Nsongo)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3. Min 63’:</a:t>
            </a:r>
            <a:br/>
            <a:r>
              <a:t>   Zakaria Eddahchouri</a:t>
            </a:r>
            <a:br/>
            <a:r>
              <a:t>   (sale Pierre-Emerick Aubameyang)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DEPORTIVO v LUGO (WIN 1-0)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NUMBER OF SUBSTITUTIONS: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286000" y="1234440"/>
            <a:ext cx="71323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1780" y="3634740"/>
            <a:ext cx="608076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26380" y="531266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Álvaro Ferllo (45’)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240779" y="5358383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80813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Dani Barcia (45’)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95213" y="439826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71946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Arnau Comas (63’)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185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Samu Fernández (77’)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89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Xabi Campos (63’)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2876" y="339242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Teun Gijselhart (63’)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9883" y="339242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Diego Villares (63’)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6063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Luismi Cruz (63’)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6696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Adrián Guerrero (46’)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7700" y="1952243"/>
            <a:ext cx="1444752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Pierre-Emerick Aubameyang (63’)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0740" y="1952243"/>
            <a:ext cx="1207008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Zakaria Eddahchouri (63’)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234440"/>
            <a:ext cx="2103120" cy="4800600"/>
          </a:xfrm>
          <a:prstGeom prst="roundRect">
            <a:avLst/>
          </a:prstGeom>
          <a:solidFill>
            <a:srgbClr val="FCE5CD"/>
          </a:solidFill>
          <a:ln>
            <a:solidFill>
              <a:srgbClr val="E2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Substitutes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Leo Román (45’)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Ximo Navarro (45’)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Charlie Patiño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Bil Nsongo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Lucas Noubi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Giacomo Quagliata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Riki Rodríguez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Lorenzo Amatucci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Mario Soriano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Quique Teijo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23444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Substitutions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1. Min 45’:</a:t>
            </a:r>
            <a:br/>
            <a:r>
              <a:t>   Leo Román</a:t>
            </a:r>
            <a:br/>
            <a:r>
              <a:t>   (sale Álvaro Ferllo)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2. Min 45’:</a:t>
            </a:r>
            <a:br/>
            <a:r>
              <a:t>   Ximo Navarro</a:t>
            </a:r>
            <a:br/>
            <a:r>
              <a:t>   (sale Dani Barcia)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Calibri"/>
              </a:defRPr>
            </a:pPr>
            <a:r>
              <a:t>Analysis | Player</a:t>
            </a:r>
            <a:br/>
            <a:r>
              <a:t>ST. PAULI v DEPORTIVO (DRAW 2-2)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0" y="320040"/>
            <a:ext cx="3657600" cy="64008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2060"/>
                </a:solidFill>
              </a:defRPr>
            </a:pPr>
            <a:r>
              <a:t>TOTAL NUMBER OF SUBSTITUTIONS: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DEPORTIVO DE A CORUÑA FC  |  2026/27 SEASON  |  MEDICAL &amp; SPORTS SCIENCE DEPARTMENT</a:t>
            </a:r>
          </a:p>
        </p:txBody>
      </p:sp>
      <p:sp>
        <p:nvSpPr>
          <p:cNvPr id="6" name="Trapezoid 5"/>
          <p:cNvSpPr/>
          <p:nvPr/>
        </p:nvSpPr>
        <p:spPr>
          <a:xfrm>
            <a:off x="2286000" y="1234440"/>
            <a:ext cx="7132320" cy="4800600"/>
          </a:xfrm>
          <a:prstGeom prst="trapezoid">
            <a:avLst/>
          </a:prstGeom>
          <a:solidFill>
            <a:srgbClr val="EBF5EB"/>
          </a:solidFill>
          <a:ln w="254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1780" y="3634740"/>
            <a:ext cx="608076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26380" y="531266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Leo Román (90’)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813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Bright Ede (64’)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595213" y="439826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71946" y="435254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Arnau Comas (64’)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886346" y="4398264"/>
            <a:ext cx="164592" cy="201168"/>
          </a:xfrm>
          <a:prstGeom prst="down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185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Xabi Campos (64’)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899" y="387248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Quique Teijo (77’)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2876" y="3392424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Diego Villares (64’)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1596" y="3392424"/>
            <a:ext cx="1088136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Lorenzo Amatucci (64’)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6063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Mario Soriano (64’)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6696" y="2816352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Luismi Cruz (73’)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952243"/>
            <a:ext cx="1444752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Pierre-Emerick Aubameyang (64’)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5604" y="1952243"/>
            <a:ext cx="1051560" cy="292608"/>
          </a:xfrm>
          <a:prstGeom prst="roundRect">
            <a:avLst/>
          </a:prstGeom>
          <a:solidFill>
            <a:srgbClr val="D9EAD3"/>
          </a:solidFill>
          <a:ln w="1905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950">
                <a:solidFill>
                  <a:srgbClr val="002060"/>
                </a:solidFill>
              </a:defRPr>
            </a:pPr>
            <a:r>
              <a:t>Bil Nsongo (64’)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234440"/>
            <a:ext cx="2103120" cy="4800600"/>
          </a:xfrm>
          <a:prstGeom prst="roundRect">
            <a:avLst/>
          </a:prstGeom>
          <a:solidFill>
            <a:srgbClr val="FCE5CD"/>
          </a:solidFill>
          <a:ln>
            <a:solidFill>
              <a:srgbClr val="E2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02060"/>
                </a:solidFill>
              </a:defRPr>
            </a:pPr>
            <a:r>
              <a:t>Substitutes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Lucas Noubi (64’)</a:t>
            </a:r>
          </a:p>
          <a:p>
            <a:pPr>
              <a:defRPr b="1" sz="950">
                <a:solidFill>
                  <a:srgbClr val="00994C"/>
                </a:solidFill>
              </a:defRPr>
            </a:pPr>
            <a:r>
              <a:t>▲ Dani Barcia (64’)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Giacomo Quagliata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Charlie Patiño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Riki Rodríguez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Teun Gijselhart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Zakaria Eddahchouri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Kevin Sánchez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Adrián Guerrero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Samu Fernández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  Germán Parreño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23444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Substitutions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1. Min 64’:</a:t>
            </a:r>
            <a:br/>
            <a:r>
              <a:t>   Dani Barcia</a:t>
            </a:r>
            <a:br/>
            <a:r>
              <a:t>   (sale Bright Ede)</a:t>
            </a:r>
          </a:p>
          <a:p>
            <a:pPr>
              <a:defRPr sz="900">
                <a:solidFill>
                  <a:srgbClr val="002060"/>
                </a:solidFill>
              </a:defRPr>
            </a:pPr>
            <a:r>
              <a:t>2. Min 64’:</a:t>
            </a:r>
            <a:br/>
            <a:r>
              <a:t>   Lucas Noubi</a:t>
            </a:r>
            <a:br/>
            <a:r>
              <a:t>   (sale Arnau Comas)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